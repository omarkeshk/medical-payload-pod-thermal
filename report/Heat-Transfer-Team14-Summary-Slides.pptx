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Thermal Management of a Battery-Powered Medical Payload Pod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Heat Transfer · MEP 311s — Project Summary</a:t>
            </a:r>
            <a:br/>
            <a:br/>
            <a:r>
              <a:rPr/>
              <a:t>Team 14 — Salma Saeed · Jana Mohamed · Omar Ahmad Keshk · Omar Khaled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Presented to Dr. Amr Elbanhawy · 16 June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Drone-delivered medical payload pod (Zipline-style): </a:t>
            </a:r>
            <a:r>
              <a:rPr b="1"/>
              <a:t>three</a:t>
            </a:r>
            <a:r>
              <a:rPr/>
              <a:t> thermally managed enclosures — power, control, plant</a:t>
            </a:r>
          </a:p>
          <a:p>
            <a:pPr lvl="0"/>
            <a:r>
              <a:rPr/>
              <a:t>The </a:t>
            </a:r>
            <a:r>
              <a:rPr b="1"/>
              <a:t>plant module</a:t>
            </a:r>
            <a:r>
              <a:rPr/>
              <a:t> dissipates </a:t>
            </a:r>
            <a:r>
              <a:rPr b="1"/>
              <a:t>~17 W</a:t>
            </a:r>
            <a:r>
              <a:rPr/>
              <a:t> (2× 8 Ω resistors + IRF530 MOSFET)</a:t>
            </a:r>
          </a:p>
          <a:p>
            <a:pPr lvl="0"/>
            <a:r>
              <a:rPr b="1"/>
              <a:t>Constraint:</a:t>
            </a:r>
            <a:r>
              <a:rPr/>
              <a:t> every module must stay </a:t>
            </a:r>
            <a:r>
              <a:rPr b="1"/>
              <a:t>≤ 40 °C</a:t>
            </a:r>
            <a:r>
              <a:rPr/>
              <a:t> in steady state</a:t>
            </a:r>
          </a:p>
          <a:p>
            <a:pPr lvl="0"/>
            <a:r>
              <a:rPr/>
              <a:t>Judged on thermal performance </a:t>
            </a:r>
            <a:r>
              <a:rPr b="1"/>
              <a:t>and</a:t>
            </a:r>
            <a:r>
              <a:rPr/>
              <a:t> cost-to-weight ratio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Design: Forced-Air Fan + Vents</a:t>
            </a:r>
          </a:p>
        </p:txBody>
      </p:sp>
      <p:pic>
        <p:nvPicPr>
          <p:cNvPr descr="media/image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1193800"/>
            <a:ext cx="731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Enclosure geometry — 45 mm fan (red), six intake slots (blue), heat sources (orange)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50 mm 5 V exhaust fan + six intake slots, 90 × 65 × 50 mm PLA box — chosen over a heavier fin array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Analytical Thermal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Power: </a:t>
            </a:r>
            <a:r>
              <a:rPr b="1"/>
              <a:t>P = V²/R = 8²/4 = 16 W</a:t>
            </a:r>
            <a:r>
              <a:rPr/>
              <a:t> resistive (~17 W total)</a:t>
            </a:r>
          </a:p>
          <a:p>
            <a:pPr lvl="0"/>
            <a:r>
              <a:rPr b="1"/>
              <a:t>Fin array (rejected):</a:t>
            </a:r>
            <a:r>
              <a:rPr/>
              <a:t> needs ~0.30 m² of fins over two faces — heavy &amp; bulky</a:t>
            </a:r>
          </a:p>
          <a:p>
            <a:pPr lvl="0"/>
            <a:r>
              <a:rPr b="1"/>
              <a:t>Forced-air energy balance:</a:t>
            </a:r>
            <a:r>
              <a:rPr/>
              <a:t> ΔT = Q/(ρ·V̇·c_p) ≈ </a:t>
            </a:r>
            <a:r>
              <a:rPr b="1"/>
              <a:t>4.6 °C</a:t>
            </a:r>
            <a:r>
              <a:rPr/>
              <a:t> → cavity ~30–35 °C</a:t>
            </a:r>
          </a:p>
          <a:p>
            <a:pPr lvl="0"/>
            <a:r>
              <a:rPr/>
              <a:t>Bracketed by the sealed-box bound (118 °C); validated by CFD and experiment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CFD Simulation (Bonus)</a:t>
            </a:r>
          </a:p>
        </p:txBody>
      </p:sp>
      <p:pic>
        <p:nvPicPr>
          <p:cNvPr descr="media/image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5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Verdict: fan keeps the box under the 40 °C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OpenFOAM, k-ω SST, 528 k cells · </a:t>
            </a:r>
            <a:r>
              <a:rPr b="1"/>
              <a:t>Fan ON 32 °C → PASS</a:t>
            </a:r>
            <a:r>
              <a:rPr/>
              <a:t> · Fan OFF 65 °C → FAIL</a:t>
            </a:r>
          </a:p>
          <a:p>
            <a:pPr lvl="0"/>
            <a:r>
              <a:rPr/>
              <a:t>Heat hugs the floor and leaves mostly as warm fan exhaust; energy balance closes on 17 W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Transient Response</a:t>
            </a:r>
          </a:p>
        </p:txBody>
      </p:sp>
      <p:pic>
        <p:nvPicPr>
          <p:cNvPr descr="media/image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89000" y="1193800"/>
            <a:ext cx="737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Time-constant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Cooling (fan on): clean </a:t>
            </a:r>
            <a:r>
              <a:rPr b="1"/>
              <a:t>first-order, τ = 29 s</a:t>
            </a:r>
            <a:r>
              <a:rPr/>
              <a:t> (R² = 0.995); predicted C/UA ≈ 20–30 s</a:t>
            </a:r>
          </a:p>
          <a:p>
            <a:pPr lvl="0"/>
            <a:r>
              <a:rPr/>
              <a:t>Heating (fan off): </a:t>
            </a:r>
            <a:r>
              <a:rPr b="1"/>
              <a:t>second-order</a:t>
            </a:r>
            <a:r>
              <a:rPr/>
              <a:t> — two cascaded thermal capacitances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Experimental Results</a:t>
            </a:r>
          </a:p>
        </p:txBody>
      </p:sp>
      <p:pic>
        <p:nvPicPr>
          <p:cNvPr descr="media/image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Steady state under closed-loop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Plant regulated at </a:t>
            </a:r>
            <a:r>
              <a:rPr b="1"/>
              <a:t>~35 °C</a:t>
            </a:r>
            <a:r>
              <a:rPr/>
              <a:t> (&lt; 40 °C); power &amp; control modules ~29 °C</a:t>
            </a:r>
          </a:p>
          <a:p>
            <a:pPr lvl="0"/>
            <a:r>
              <a:rPr/>
              <a:t>Measured full-heat draw </a:t>
            </a:r>
            <a:r>
              <a:rPr b="1"/>
              <a:t>17.1 W</a:t>
            </a:r>
            <a:r>
              <a:rPr/>
              <a:t> — matches the 17 W analysis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Prototype &amp; Cost</a:t>
            </a:r>
          </a:p>
        </p:txBody>
      </p:sp>
      <p:pic>
        <p:nvPicPr>
          <p:cNvPr descr="media/image31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92500" y="1193800"/>
            <a:ext cx="215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3-D-printed three-compartment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Arduino PWM control of the MOSFET; 3× DHT sensors; LED alert + 40 °C cutoff</a:t>
            </a:r>
          </a:p>
          <a:p>
            <a:pPr lvl="0"/>
            <a:r>
              <a:rPr/>
              <a:t>Thermal-management cost-to-weight: </a:t>
            </a:r>
            <a:r>
              <a:rPr b="1"/>
              <a:t>80 EGP / 55 g ≈ 1.45 EGP/g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Space-Environment Variant (Bonus)</a:t>
            </a:r>
          </a:p>
        </p:txBody>
      </p:sp>
      <p:pic>
        <p:nvPicPr>
          <p:cNvPr descr="media/image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CalculiX radiator FEA in vacuum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Vacuum: no convection → reject heat by </a:t>
            </a:r>
            <a:r>
              <a:rPr b="1"/>
              <a:t>radiation</a:t>
            </a:r>
          </a:p>
          <a:p>
            <a:pPr lvl="0"/>
            <a:r>
              <a:rPr/>
              <a:t>~0.035 m² high-emissivity radiator holds 40 °C · CalculiX FEA: 35–43 °C (mean ~37 °C)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All modules ≤ 40 °C</a:t>
            </a:r>
            <a:r>
              <a:rPr/>
              <a:t> in steady state — constraint met and experimentally confirmed</a:t>
            </a:r>
          </a:p>
          <a:p>
            <a:pPr lvl="0"/>
            <a:r>
              <a:rPr/>
              <a:t>The fan is mandatory (removes 33 °C); the vents are a passive safety net</a:t>
            </a:r>
          </a:p>
          <a:p>
            <a:pPr lvl="0"/>
            <a:r>
              <a:rPr/>
              <a:t>Two analytical methods + CFD + experiment all agree (~32–37 °C)</a:t>
            </a:r>
          </a:p>
          <a:p>
            <a:pPr lvl="0"/>
            <a:r>
              <a:rPr/>
              <a:t>Bonuses delivered: </a:t>
            </a:r>
            <a:r>
              <a:rPr b="1"/>
              <a:t>numerical</a:t>
            </a:r>
            <a:r>
              <a:rPr/>
              <a:t> (CFD + CalculiX FEA) and the </a:t>
            </a:r>
            <a:r>
              <a:rPr b="1"/>
              <a:t>space</a:t>
            </a:r>
            <a:r>
              <a:rPr/>
              <a:t> variant</a:t>
            </a:r>
          </a:p>
          <a:p>
            <a:pPr lvl="0"/>
            <a:r>
              <a:rPr/>
              <a:t>Code &amp; data: </a:t>
            </a:r>
            <a:r>
              <a:rPr>
                <a:latin typeface="Courier"/>
              </a:rPr>
              <a:t>github.com/omarkeshk/medical-payload-pod-thermal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 Management of a Battery-Powered Medical Payload Pod</dc:title>
  <dc:creator>Team 14 — Salma Saeed · Jana Mohamed · Omar Ahmad Keshk · Omar Khaled</dc:creator>
  <cp:keywords/>
  <dcterms:created xsi:type="dcterms:W3CDTF">2026-06-16T06:13:39Z</dcterms:created>
  <dcterms:modified xsi:type="dcterms:W3CDTF">2026-06-16T06:13:39Z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Presented to Dr. Amr Elbanhawy · 16 June 2026</vt:lpwstr>
  </property>
  <property fmtid="{D5CDD505-2E9C-101B-9397-08002B2CF9AE}" pid="3" name="subtitle">
    <vt:lpwstr>Heat Transfer · MEP 311s — Project Summary</vt:lpwstr>
  </property>
</Properties>
</file>